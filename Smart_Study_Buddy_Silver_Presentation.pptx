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8540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017520"/>
            <a:ext cx="2377440" cy="2377440"/>
          </a:xfrm>
          <a:prstGeom prst="ellipse">
            <a:avLst/>
          </a:prstGeom>
          <a:solidFill>
            <a:srgbClr val="00A896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5120640"/>
            <a:ext cx="1280160" cy="1280160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31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STUDY BUDDY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Tutor That Learns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Learn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44348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any textbook or study material into custom quizzes, grounded explanations, mastery tracking, and a personalized study schedule.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github.com/shanku321/smart_study_buddy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Studying Is Boring — so make it interactive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19" y="1435608"/>
            <a:ext cx="10865815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3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tutor that helps you study any subject by creating quizzes, explaining concepts, and tracking your learning progress.</a:t>
            </a:r>
          </a:p>
          <a:p>
            <a:pPr>
              <a:lnSpc>
                <a:spcPct val="125000"/>
              </a:lnSpc>
            </a:pPr>
            <a:r>
              <a:rPr lang="en-US" sz="13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Studying is boring and ineffective when you’re just re-reading the same material over and over. You need personalized practice and explanations that adapt to your learning style.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7296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172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612" dirty="0"/>
          </a:p>
        </p:txBody>
      </p:sp>
      <p:sp>
        <p:nvSpPr>
          <p:cNvPr id="8" name="Text 6"/>
          <p:cNvSpPr/>
          <p:nvPr/>
        </p:nvSpPr>
        <p:spPr>
          <a:xfrm>
            <a:off x="1600200" y="3118104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Re-reading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342900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Rereading feels productive but barely improves recall.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889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317296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3172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612" dirty="0"/>
          </a:p>
        </p:txBody>
      </p:sp>
      <p:sp>
        <p:nvSpPr>
          <p:cNvPr id="13" name="Text 11"/>
          <p:cNvSpPr/>
          <p:nvPr/>
        </p:nvSpPr>
        <p:spPr>
          <a:xfrm>
            <a:off x="7406640" y="3118104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Quizzes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640" y="342900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Pre-made question banks rarely match your own material.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3434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72744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727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</a:t>
            </a:r>
            <a:endParaRPr lang="en-US" sz="1612" dirty="0"/>
          </a:p>
        </p:txBody>
      </p:sp>
      <p:sp>
        <p:nvSpPr>
          <p:cNvPr id="18" name="Text 16"/>
          <p:cNvSpPr/>
          <p:nvPr/>
        </p:nvSpPr>
        <p:spPr>
          <a:xfrm>
            <a:off x="1600200" y="4672584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One-Speed Explanations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98348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explanation doesn't click, there's nowhere else to go.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3434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72744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727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612" dirty="0"/>
          </a:p>
        </p:txBody>
      </p:sp>
      <p:sp>
        <p:nvSpPr>
          <p:cNvPr id="23" name="Text 21"/>
          <p:cNvSpPr/>
          <p:nvPr/>
        </p:nvSpPr>
        <p:spPr>
          <a:xfrm>
            <a:off x="7406640" y="4672584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6640" y="498348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signal on what's mastered and what still needs work.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Study Buddy tackles all four at once — turning study time into practice that adapts, explains, and shows measurable progress.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Study Partner, Five Jobs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1612" dirty="0"/>
          </a:p>
        </p:txBody>
      </p:sp>
      <p:sp>
        <p:nvSpPr>
          <p:cNvPr id="6" name="Text 4"/>
          <p:cNvSpPr/>
          <p:nvPr/>
        </p:nvSpPr>
        <p:spPr>
          <a:xfrm>
            <a:off x="1280160" y="1636776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Your Material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947672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notes or textbook PDFs — it's chunked, embedded, and indexed for retrieval.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624328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6243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612" dirty="0"/>
          </a:p>
        </p:txBody>
      </p:sp>
      <p:sp>
        <p:nvSpPr>
          <p:cNvPr id="10" name="Text 8"/>
          <p:cNvSpPr/>
          <p:nvPr/>
        </p:nvSpPr>
        <p:spPr>
          <a:xfrm>
            <a:off x="1280160" y="2569464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Generates Custom Quizzes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topic-specific questions instead of generic question banks.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57016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557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612" dirty="0"/>
          </a:p>
        </p:txBody>
      </p:sp>
      <p:sp>
        <p:nvSpPr>
          <p:cNvPr id="14" name="Text 12"/>
          <p:cNvSpPr/>
          <p:nvPr/>
        </p:nvSpPr>
        <p:spPr>
          <a:xfrm>
            <a:off x="1280160" y="3502152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Explains Until It Clicks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813048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tutor anything — answers are grounded in your own material.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489704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4897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12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Tracks What You've Mastered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745736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quiz score feeds a live mastery level, stored for the long run.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422392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5422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</a:t>
            </a:r>
            <a:endParaRPr lang="en-US" sz="1612" dirty="0"/>
          </a:p>
        </p:txBody>
      </p:sp>
      <p:sp>
        <p:nvSpPr>
          <p:cNvPr id="22" name="Text 20"/>
          <p:cNvSpPr/>
          <p:nvPr/>
        </p:nvSpPr>
        <p:spPr>
          <a:xfrm>
            <a:off x="1280160" y="5367528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Builds a Study Schedule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5678424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 your exam date, hours available, and weak spots — get a plan.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18120" y="1691640"/>
            <a:ext cx="3886200" cy="4343400"/>
          </a:xfrm>
          <a:prstGeom prst="roundRect">
            <a:avLst>
              <a:gd name="adj" fmla="val 2118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18120" y="21488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8092440" y="333756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b="1" kern="0" spc="1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MODULES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b="1" kern="0" spc="1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STREAMLIT APP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38160" y="429768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5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Retrieval-augmented, so every answer, quiz, and plan stays grounded in what you actually uploaded — not generic web knowledge.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6172" y="2130552"/>
            <a:ext cx="585216" cy="58521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6172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64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34640" y="233172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9372" y="2130552"/>
            <a:ext cx="585216" cy="58521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9372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</a:t>
            </a:r>
            <a:endParaRPr lang="en-US" sz="1664" dirty="0"/>
          </a:p>
        </p:txBody>
      </p:sp>
      <p:sp>
        <p:nvSpPr>
          <p:cNvPr id="12" name="Text 10"/>
          <p:cNvSpPr/>
          <p:nvPr/>
        </p:nvSpPr>
        <p:spPr>
          <a:xfrm>
            <a:off x="32461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&amp;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77840" y="233172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989320" y="196596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62572" y="2130552"/>
            <a:ext cx="585216" cy="58521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62572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1664" dirty="0"/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(doc_index)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1732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65960" y="34472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grounded on retrieved context, powers three services: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1371600" y="4343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Generator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6908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→ retrieved context → generated Q&amp;A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79392" y="41605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07992" y="4389120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07992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5148072" y="4343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Tutor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48072" y="46908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retrieved context → grounded answer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55864" y="41605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84464" y="4389120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84464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</a:t>
            </a: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8924544" y="4343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Planner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24544" y="46908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date + weak topics → day-by-day plan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5715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every quiz score, mastery level, and schedule persists to SQLite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RAG + LLM Foundation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136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057400"/>
            <a:ext cx="594360" cy="5943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690" dirty="0"/>
          </a:p>
        </p:txBody>
      </p:sp>
      <p:sp>
        <p:nvSpPr>
          <p:cNvPr id="12" name="Text 10"/>
          <p:cNvSpPr/>
          <p:nvPr/>
        </p:nvSpPr>
        <p:spPr>
          <a:xfrm>
            <a:off x="457200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136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78308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057400"/>
            <a:ext cx="594360" cy="5943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6676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90" dirty="0"/>
          </a:p>
        </p:txBody>
      </p:sp>
      <p:sp>
        <p:nvSpPr>
          <p:cNvPr id="17" name="Text 15"/>
          <p:cNvSpPr/>
          <p:nvPr/>
        </p:nvSpPr>
        <p:spPr>
          <a:xfrm>
            <a:off x="836676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3136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· LangChain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9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2395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· Sentence-Transformers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160520"/>
            <a:ext cx="594360" cy="5943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0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90" dirty="0"/>
          </a:p>
        </p:txBody>
      </p:sp>
      <p:sp>
        <p:nvSpPr>
          <p:cNvPr id="27" name="Text 25"/>
          <p:cNvSpPr/>
          <p:nvPr/>
        </p:nvSpPr>
        <p:spPr>
          <a:xfrm>
            <a:off x="4572000" y="4892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Parsing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52395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· PyMuPDF · pdfplumber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92440" y="38862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160520"/>
            <a:ext cx="594360" cy="5943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66760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690" dirty="0"/>
          </a:p>
        </p:txBody>
      </p:sp>
      <p:sp>
        <p:nvSpPr>
          <p:cNvPr id="32" name="Text 30"/>
          <p:cNvSpPr/>
          <p:nvPr/>
        </p:nvSpPr>
        <p:spPr>
          <a:xfrm>
            <a:off x="8366760" y="4892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52395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· SQLite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Upload, Embed &amp; Store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0" y="502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 one or more files — PDFs, notes, or any study material.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parsed (pypdf / PyMuPDF / pdfplumber) and split into chunks.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is embedded with Sentence-Transformers.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written to a FAISS vector index (doc_index) for fast semantic search later.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2103120"/>
            <a:ext cx="4846320" cy="3291840"/>
          </a:xfrm>
          <a:prstGeom prst="roundRect">
            <a:avLst>
              <a:gd name="adj" fmla="val 25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0" y="251460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80" dirty="0"/>
          </a:p>
        </p:txBody>
      </p:sp>
      <p:sp>
        <p:nvSpPr>
          <p:cNvPr id="10" name="Text 8"/>
          <p:cNvSpPr/>
          <p:nvPr/>
        </p:nvSpPr>
        <p:spPr>
          <a:xfrm>
            <a:off x="704088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Study.pdf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924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778240" y="242316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274320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306324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3383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3836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332720" y="2514600"/>
            <a:ext cx="731520" cy="731520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33272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2080" dirty="0"/>
          </a:p>
        </p:txBody>
      </p:sp>
      <p:sp>
        <p:nvSpPr>
          <p:cNvPr id="19" name="Text 17"/>
          <p:cNvSpPr/>
          <p:nvPr/>
        </p:nvSpPr>
        <p:spPr>
          <a:xfrm>
            <a:off x="996696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42976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by services/upld_embed_store.py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Quiz Generator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0" y="502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943600" cy="3163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any topic covered by your uploaded material.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chunks are retrieved from FAISS and handed to Gemini.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multiple-choice quiz is generated on the spot.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graded instantly, each with a short explanation.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is saved to SQLite under your name and email.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2103120"/>
            <a:ext cx="4846320" cy="3383280"/>
          </a:xfrm>
          <a:prstGeom prst="roundRect">
            <a:avLst>
              <a:gd name="adj" fmla="val 2432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3774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Q3: What is Newton's Second Law?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78040" y="2999232"/>
            <a:ext cx="146304" cy="146304"/>
          </a:xfrm>
          <a:prstGeom prst="ellipse">
            <a:avLst/>
          </a:prstGeom>
          <a:solidFill>
            <a:srgbClr val="02C39A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29169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34564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33741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mc²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39136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38313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nRT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78040" y="43708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42885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IR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78040" y="489204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8920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Quiz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Tutor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0" y="502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943600" cy="3097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in plain language, any time.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 searches your own uploaded material for the most relevant passages.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answers grounded in that retrieved context — not generic web knowledge.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services/rag_tutor.py, backed by the same FAISS doc_index.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2103120"/>
            <a:ext cx="4846320" cy="3383280"/>
          </a:xfrm>
          <a:prstGeom prst="roundRect">
            <a:avLst>
              <a:gd name="adj" fmla="val 2432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78040" y="2377440"/>
            <a:ext cx="32918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causes photosynthesis to slow at night?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98080" y="3063240"/>
            <a:ext cx="3886200" cy="123444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3063240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sunlight, chloroplasts can't drive the light reactions — so ATP and NADPH production stops, and the Calvin cycle pauses until light returns.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0" y="4526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uploaded biology notes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Progress &amp; Mastery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0" y="502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943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graded quiz writes a score + subject to SQLite.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pulls your latest topic and score on load.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converted into a mastery percentage and level.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set up — the same database backs every session.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2103120"/>
            <a:ext cx="4846320" cy="3383280"/>
          </a:xfrm>
          <a:prstGeom prst="roundRect">
            <a:avLst>
              <a:gd name="adj" fmla="val 2432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377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Topic: Thermodynamics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8040" y="27889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17804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0" y="27889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418320" y="3657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LEVEL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78040" y="4297680"/>
            <a:ext cx="42062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4297680"/>
            <a:ext cx="3383280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4617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mastery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Study Schedule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0" y="502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943600" cy="2444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days until your exam and hours available per day.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topics that feel weakest right now.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drafts a day-by-day plan tuned to that input.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services/study_planner.py — no template, no guesswork.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2258568"/>
            <a:ext cx="4846320" cy="3383280"/>
          </a:xfrm>
          <a:prstGeom prst="roundRect">
            <a:avLst>
              <a:gd name="adj" fmla="val 2432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until exam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78040" y="2697480"/>
            <a:ext cx="4206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6974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7804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day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3383280"/>
            <a:ext cx="4206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3832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78040" y="4069080"/>
            <a:ext cx="4206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40690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Physics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470916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7091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Study Plan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3112" cy="4434840"/>
          </a:xfrm>
          <a:prstGeom prst="roundRect">
            <a:avLst>
              <a:gd name="adj" fmla="val 1856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streamlit_app.py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69080" y="19659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— the 5-page app shown above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5328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9080" y="253288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quiz_generator · rag_tutor · track_progress · upld_embed_store · study_planner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998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309981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layer for programmatic access – For future 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6667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366674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models + SQLite session handling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2336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doc_index/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423367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FAISS vector index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 · create_table.py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9080" y="4800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settings and schema bootstrap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53675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9080" y="536752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FastAPI, Gemini, FAISS, LangChain, pypdf &amp; more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4389120"/>
            <a:ext cx="2743200" cy="2743200"/>
          </a:xfrm>
          <a:prstGeom prst="ellipse">
            <a:avLst/>
          </a:prstGeom>
          <a:solidFill>
            <a:srgbClr val="00A896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Study Buddy — study smarter, not longer.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github.com/shanku321/smart_study_buddy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992</Words>
  <Application>Microsoft Office PowerPoint</Application>
  <PresentationFormat>Widescreen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shankar kumar</cp:lastModifiedBy>
  <cp:revision>4</cp:revision>
  <dcterms:created xsi:type="dcterms:W3CDTF">2026-08-21T05:56:15Z</dcterms:created>
  <dcterms:modified xsi:type="dcterms:W3CDTF">2026-08-21T06:10:19Z</dcterms:modified>
</cp:coreProperties>
</file>